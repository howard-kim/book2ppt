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72" r:id="rId2"/>
    <p:sldId id="377" r:id="rId3"/>
    <p:sldId id="378" r:id="rId4"/>
    <p:sldId id="373" r:id="rId5"/>
    <p:sldId id="375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0" autoAdjust="0"/>
    <p:restoredTop sz="94699"/>
  </p:normalViewPr>
  <p:slideViewPr>
    <p:cSldViewPr snapToGrid="0">
      <p:cViewPr>
        <p:scale>
          <a:sx n="125" d="100"/>
          <a:sy n="125" d="100"/>
        </p:scale>
        <p:origin x="2480" y="20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1924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A5B62-81B0-44F2-B1FB-A5F59081F339}" type="datetimeFigureOut">
              <a:rPr lang="ko-KR" altLang="en-US" smtClean="0"/>
              <a:t>2026. 3. 25.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ABBE3-E69F-4411-92C8-232DE0273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03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ABBE3-E69F-4411-92C8-232DE02737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87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4043F98-284C-42C3-259F-82DAE7ADB6E7}"/>
              </a:ext>
            </a:extLst>
          </p:cNvPr>
          <p:cNvCxnSpPr>
            <a:cxnSpLocks/>
          </p:cNvCxnSpPr>
          <p:nvPr userDrawn="1"/>
        </p:nvCxnSpPr>
        <p:spPr>
          <a:xfrm>
            <a:off x="199623" y="502276"/>
            <a:ext cx="8744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90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855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B4B5C3-F4B9-35CC-2686-1C1136807E17}"/>
              </a:ext>
            </a:extLst>
          </p:cNvPr>
          <p:cNvSpPr txBox="1"/>
          <p:nvPr/>
        </p:nvSpPr>
        <p:spPr>
          <a:xfrm>
            <a:off x="736092" y="2037534"/>
            <a:ext cx="7671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rtl="0"/>
            <a:r>
              <a:rPr lang="en-US" altLang="ko-KR" sz="3000" baseline="30000" dirty="0">
                <a:latin typeface="Times New Roman" panose="02020603050405020304" pitchFamily="18" charset="0"/>
              </a:rPr>
              <a:t>template</a:t>
            </a:r>
            <a:endParaRPr lang="ko-KR" altLang="en-US" sz="3000" b="0" i="0" u="none" strike="noStrike" baseline="300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72599B0F-10C1-1D06-C6A6-6326A3909BF9}"/>
              </a:ext>
            </a:extLst>
          </p:cNvPr>
          <p:cNvGrpSpPr/>
          <p:nvPr/>
        </p:nvGrpSpPr>
        <p:grpSpPr>
          <a:xfrm>
            <a:off x="736092" y="1112607"/>
            <a:ext cx="723308" cy="723308"/>
            <a:chOff x="0" y="-34680"/>
            <a:chExt cx="812800" cy="812800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BD2524F4-30B8-E2B1-5E16-A9B14BEAA488}"/>
                </a:ext>
              </a:extLst>
            </p:cNvPr>
            <p:cNvSpPr/>
            <p:nvPr/>
          </p:nvSpPr>
          <p:spPr>
            <a:xfrm>
              <a:off x="0" y="-3468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BD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296FA6E9-8C9F-78A7-4F1C-6AAB7497BDDE}"/>
                </a:ext>
              </a:extLst>
            </p:cNvPr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27"/>
                </a:lnSpc>
                <a:spcBef>
                  <a:spcPct val="0"/>
                </a:spcBef>
              </a:pPr>
              <a:r>
                <a:rPr lang="en-US" sz="2376" spc="-38" dirty="0">
                  <a:solidFill>
                    <a:srgbClr val="794A4A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Jua"/>
                </a:rPr>
                <a:t>#</a:t>
              </a:r>
              <a:endParaRPr lang="en-US" sz="2376" u="none" strike="noStrike" spc="-38" dirty="0">
                <a:solidFill>
                  <a:srgbClr val="794A4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Ju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043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20A573-D664-2EF2-2733-BE6926C8C26C}"/>
              </a:ext>
            </a:extLst>
          </p:cNvPr>
          <p:cNvSpPr txBox="1"/>
          <p:nvPr/>
        </p:nvSpPr>
        <p:spPr>
          <a:xfrm>
            <a:off x="420624" y="1532388"/>
            <a:ext cx="7909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0" i="0" u="none" strike="noStrike" baseline="30000" dirty="0">
                <a:latin typeface="Times New Roman" panose="02020603050405020304" pitchFamily="18" charset="0"/>
              </a:rPr>
              <a:t>template</a:t>
            </a:r>
            <a:endParaRPr lang="ko-KR" altLang="en-US" sz="3000" b="0" i="0" u="none" strike="noStrike" baseline="0" dirty="0">
              <a:latin typeface="AdobeMyungjoStd-Medium"/>
            </a:endParaRPr>
          </a:p>
        </p:txBody>
      </p:sp>
    </p:spTree>
    <p:extLst>
      <p:ext uri="{BB962C8B-B14F-4D97-AF65-F5344CB8AC3E}">
        <p14:creationId xmlns:p14="http://schemas.microsoft.com/office/powerpoint/2010/main" val="299049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E99A20-AEAC-A00E-D1C7-BBA55C340729}"/>
              </a:ext>
            </a:extLst>
          </p:cNvPr>
          <p:cNvSpPr txBox="1"/>
          <p:nvPr/>
        </p:nvSpPr>
        <p:spPr>
          <a:xfrm>
            <a:off x="539496" y="1669548"/>
            <a:ext cx="72420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0" i="0" u="none" strike="noStrike" baseline="30000" dirty="0">
                <a:latin typeface="Times New Roman" panose="02020603050405020304" pitchFamily="18" charset="0"/>
              </a:rPr>
              <a:t>template</a:t>
            </a:r>
            <a:endParaRPr lang="ko-KR" altLang="en-US" sz="3000" b="0" i="0" u="none" strike="noStrike" baseline="0" dirty="0">
              <a:latin typeface="AdobeMyungjoStd-Medium"/>
            </a:endParaRPr>
          </a:p>
        </p:txBody>
      </p:sp>
    </p:spTree>
    <p:extLst>
      <p:ext uri="{BB962C8B-B14F-4D97-AF65-F5344CB8AC3E}">
        <p14:creationId xmlns:p14="http://schemas.microsoft.com/office/powerpoint/2010/main" val="108804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A18B8-8B98-2F89-3AE9-0EE3F983B2DC}"/>
              </a:ext>
            </a:extLst>
          </p:cNvPr>
          <p:cNvSpPr txBox="1"/>
          <p:nvPr/>
        </p:nvSpPr>
        <p:spPr>
          <a:xfrm>
            <a:off x="740664" y="3134160"/>
            <a:ext cx="8092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rtl="0"/>
            <a:r>
              <a:rPr lang="en-US" altLang="ko-KR" sz="3000" b="0" i="0" u="none" strike="noStrike" baseline="30000" dirty="0">
                <a:latin typeface="Times New Roman" panose="02020603050405020304" pitchFamily="18" charset="0"/>
              </a:rPr>
              <a:t>template</a:t>
            </a:r>
            <a:endParaRPr lang="ko-KR" altLang="en-US" sz="3000" b="0" i="0" u="none" strike="noStrike" baseline="30000" dirty="0">
              <a:latin typeface="Times New Roman" panose="02020603050405020304" pitchFamily="18" charset="0"/>
            </a:endParaRPr>
          </a:p>
        </p:txBody>
      </p:sp>
      <p:sp>
        <p:nvSpPr>
          <p:cNvPr id="4" name="Freeform 32">
            <a:extLst>
              <a:ext uri="{FF2B5EF4-FFF2-40B4-BE49-F238E27FC236}">
                <a16:creationId xmlns:a16="http://schemas.microsoft.com/office/drawing/2014/main" id="{83F95525-86D3-5AB5-8045-D62ED53261B6}"/>
              </a:ext>
            </a:extLst>
          </p:cNvPr>
          <p:cNvSpPr/>
          <p:nvPr/>
        </p:nvSpPr>
        <p:spPr>
          <a:xfrm>
            <a:off x="441715" y="907498"/>
            <a:ext cx="843940" cy="730392"/>
          </a:xfrm>
          <a:custGeom>
            <a:avLst/>
            <a:gdLst/>
            <a:ahLst/>
            <a:cxnLst/>
            <a:rect l="l" t="t" r="r" b="b"/>
            <a:pathLst>
              <a:path w="843940" h="730392">
                <a:moveTo>
                  <a:pt x="0" y="0"/>
                </a:moveTo>
                <a:lnTo>
                  <a:pt x="843940" y="0"/>
                </a:lnTo>
                <a:lnTo>
                  <a:pt x="843940" y="730392"/>
                </a:lnTo>
                <a:lnTo>
                  <a:pt x="0" y="73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A2629-51FF-D78F-3F24-F531DE92B296}"/>
              </a:ext>
            </a:extLst>
          </p:cNvPr>
          <p:cNvSpPr txBox="1"/>
          <p:nvPr/>
        </p:nvSpPr>
        <p:spPr>
          <a:xfrm>
            <a:off x="1285655" y="995695"/>
            <a:ext cx="2212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Mission</a:t>
            </a:r>
            <a:endParaRPr lang="ko-KR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77394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2">
            <a:extLst>
              <a:ext uri="{FF2B5EF4-FFF2-40B4-BE49-F238E27FC236}">
                <a16:creationId xmlns:a16="http://schemas.microsoft.com/office/drawing/2014/main" id="{554F20CB-31CE-6EFA-FAFB-23C64E5615DD}"/>
              </a:ext>
            </a:extLst>
          </p:cNvPr>
          <p:cNvSpPr/>
          <p:nvPr/>
        </p:nvSpPr>
        <p:spPr>
          <a:xfrm>
            <a:off x="441715" y="907498"/>
            <a:ext cx="843940" cy="730392"/>
          </a:xfrm>
          <a:custGeom>
            <a:avLst/>
            <a:gdLst/>
            <a:ahLst/>
            <a:cxnLst/>
            <a:rect l="l" t="t" r="r" b="b"/>
            <a:pathLst>
              <a:path w="843940" h="730392">
                <a:moveTo>
                  <a:pt x="0" y="0"/>
                </a:moveTo>
                <a:lnTo>
                  <a:pt x="843940" y="0"/>
                </a:lnTo>
                <a:lnTo>
                  <a:pt x="843940" y="730392"/>
                </a:lnTo>
                <a:lnTo>
                  <a:pt x="0" y="73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16E70-1D84-583E-5D3A-1F02746E8AD1}"/>
              </a:ext>
            </a:extLst>
          </p:cNvPr>
          <p:cNvSpPr txBox="1"/>
          <p:nvPr/>
        </p:nvSpPr>
        <p:spPr>
          <a:xfrm>
            <a:off x="1285655" y="995695"/>
            <a:ext cx="2212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/>
              <a:t>Syntax</a:t>
            </a:r>
            <a:endParaRPr lang="ko-KR" altLang="en-US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671EA-4734-2845-FBB9-405E72990640}"/>
              </a:ext>
            </a:extLst>
          </p:cNvPr>
          <p:cNvSpPr txBox="1"/>
          <p:nvPr/>
        </p:nvSpPr>
        <p:spPr>
          <a:xfrm>
            <a:off x="708660" y="2282875"/>
            <a:ext cx="7872984" cy="84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rtl="0">
              <a:lnSpc>
                <a:spcPct val="300000"/>
              </a:lnSpc>
            </a:pPr>
            <a:r>
              <a:rPr lang="en-US" altLang="ko-KR" sz="3000" b="0" i="0" u="none" strike="noStrike" baseline="30000" dirty="0">
                <a:latin typeface="Times New Roman" panose="02020603050405020304" pitchFamily="18" charset="0"/>
              </a:rPr>
              <a:t>template</a:t>
            </a:r>
            <a:endParaRPr lang="ko-KR" altLang="en-US" sz="3000" b="0" i="0" u="none" strike="noStrike" baseline="30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76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10619</TotalTime>
  <Words>9</Words>
  <Application>Microsoft Macintosh PowerPoint</Application>
  <PresentationFormat>화면 슬라이드 쇼(4:3)</PresentationFormat>
  <Paragraphs>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AdobeMyungjoStd-Medium</vt:lpstr>
      <vt:lpstr>Pretendard ExtraBold</vt:lpstr>
      <vt:lpstr>Arial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Suah Ryu</dc:creator>
  <cp:lastModifiedBy>동완 김</cp:lastModifiedBy>
  <cp:revision>16</cp:revision>
  <cp:lastPrinted>2026-03-24T13:56:57Z</cp:lastPrinted>
  <dcterms:created xsi:type="dcterms:W3CDTF">2026-01-14T10:06:52Z</dcterms:created>
  <dcterms:modified xsi:type="dcterms:W3CDTF">2026-03-24T18:31:33Z</dcterms:modified>
</cp:coreProperties>
</file>